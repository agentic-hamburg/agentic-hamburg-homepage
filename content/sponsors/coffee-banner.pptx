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120000" cy="25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A59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entic-con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8750" y="6579885"/>
            <a:ext cx="11182500" cy="9844229"/>
          </a:xfrm>
          <a:prstGeom prst="rect">
            <a:avLst/>
          </a:prstGeom>
        </p:spPr>
      </p:pic>
      <p:pic>
        <p:nvPicPr>
          <p:cNvPr id="3" name="Picture 2" descr="innoq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249" y="2844047"/>
            <a:ext cx="7987500" cy="1979904"/>
          </a:xfrm>
          <a:prstGeom prst="rect">
            <a:avLst/>
          </a:prstGeom>
        </p:spPr>
      </p:pic>
      <p:pic>
        <p:nvPicPr>
          <p:cNvPr id="4" name="Picture 3" descr="hackersandwizards_long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7500" y="958499"/>
            <a:ext cx="3195000" cy="3195000"/>
          </a:xfrm>
          <a:prstGeom prst="rect">
            <a:avLst/>
          </a:prstGeom>
        </p:spPr>
      </p:pic>
      <p:pic>
        <p:nvPicPr>
          <p:cNvPr id="5" name="Picture 4" descr="adesso-insurance-solutions_r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999" y="10946561"/>
            <a:ext cx="7028999" cy="2388876"/>
          </a:xfrm>
          <a:prstGeom prst="rect">
            <a:avLst/>
          </a:prstGeom>
        </p:spPr>
      </p:pic>
      <p:pic>
        <p:nvPicPr>
          <p:cNvPr id="6" name="Picture 5" descr="afc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37499" y="9608101"/>
            <a:ext cx="7028999" cy="3148797"/>
          </a:xfrm>
          <a:prstGeom prst="rect">
            <a:avLst/>
          </a:prstGeom>
        </p:spPr>
      </p:pic>
      <p:pic>
        <p:nvPicPr>
          <p:cNvPr id="7" name="Picture 6" descr="vorwerk_rg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59499" y="19681199"/>
            <a:ext cx="7028999" cy="2811599"/>
          </a:xfrm>
          <a:prstGeom prst="rect">
            <a:avLst/>
          </a:prstGeom>
        </p:spPr>
      </p:pic>
      <p:pic>
        <p:nvPicPr>
          <p:cNvPr id="8" name="Picture 7" descr="tegtmeier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5500" y="18947614"/>
            <a:ext cx="7028999" cy="1722771"/>
          </a:xfrm>
          <a:prstGeom prst="rect">
            <a:avLst/>
          </a:prstGeom>
        </p:spPr>
      </p:pic>
      <p:pic>
        <p:nvPicPr>
          <p:cNvPr id="9" name="Picture 8" descr="dl-school_rg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65000" y="21405067"/>
            <a:ext cx="6390000" cy="19198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